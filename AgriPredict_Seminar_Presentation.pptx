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2C765B"/>
          </a:solidFill>
          <a:ln>
            <a:solidFill>
              <a:srgbClr val="2C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Seminar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680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800">
                <a:solidFill>
                  <a:srgbClr val="FFFFFF"/>
                </a:solidFill>
              </a:defRPr>
            </a:pPr>
            <a:r>
              <a:t>AgriPredict</a:t>
            </a:r>
          </a:p>
          <a:p>
            <a:pPr>
              <a:defRPr sz="2500">
                <a:solidFill>
                  <a:srgbClr val="D9E8DA"/>
                </a:solidFill>
              </a:defRPr>
            </a:pPr>
            <a:r>
              <a:t>Live Crop Price and Future Price Prediction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Presented By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Name: __________________</a:t>
            </a:r>
            <a:br/>
            <a:r>
              <a:t>Class/Roll No: 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5072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Technology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Python, HTML, CSS, JavaScript</a:t>
            </a:r>
            <a:br/>
            <a:r>
              <a:t>Live public data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Exam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Practical / CA Seminar</a:t>
            </a:r>
            <a:br/>
            <a:r>
              <a:t>Date: 16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606C60"/>
                </a:solidFill>
              </a:defRPr>
            </a:pPr>
            <a:r>
              <a:t>Why this project is useful for farmers, buyers, and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53035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t>Crop prices change frequently due to weather, demand, inflation, supply, transport cost, and global risk.</a:t>
            </a:r>
          </a:p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t>Farmers and buyers need a simple tool to check today's crop price and estimate future price movement.</a:t>
            </a:r>
          </a:p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t>Manual checking from many websites is time-consuming and confusing.</a:t>
            </a:r>
          </a:p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t>The project solves this by combining live signals with a prediction model in one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50876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Main Goal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Show today's price and predict future crop price for selected crop, region, currency, and period.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78892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Target Users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Farmers, traders, students, agri teams, and market researchers.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406908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t>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Current price, future predicted price, confidence score, price drivers, and CSV 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1. Live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Display today's price using public benchmark data where available, otherwise live-signal estimate.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2. Future Prediction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Predict crop price for 1, 3, 6, or 12 months using market factor weights.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3. Global Coverage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Support major crops and world regions such as India, USA, Brazil, China, EU, and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4. Explainability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Show the main reasons behind price movement: climate, supply, inflation, demand, etc.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5. Usable Dashboard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Clean web interface with filters, quick crop cards, charts, and source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6. 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Download forecast results as CSV for reports or further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System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index.html, styles.css, app.js</a:t>
            </a:r>
            <a:br/>
            <a:r>
              <a:t>User selects crop, region, currency, period.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Backend API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server.py</a:t>
            </a:r>
            <a:br/>
            <a:r>
              <a:t>Handles prediction, options, and CSV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Data Collector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data_collector.py</a:t>
            </a:r>
            <a:br/>
            <a:r>
              <a:t>Fetches inflation, GDP, weather, conflict, and market benchmark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Prediction Model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Weighted scenario model</a:t>
            </a:r>
            <a:br/>
            <a:r>
              <a:t>Combines base price with market risk and forecast period.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Cache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data/live_market_data.json</a:t>
            </a:r>
            <a:br/>
            <a:r>
              <a:t>Stores recent API responses to reduce repeated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/api/export</a:t>
            </a:r>
            <a:br/>
            <a:r>
              <a:t>Creates CSV with today price and future forecast.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User Browser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HTML/CSS/JS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Python Server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Prediction API</a:t>
            </a:r>
            <a:br/>
            <a:r>
              <a:t>/api/predict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t>Live APIs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Yahoo, World Bank,</a:t>
            </a:r>
            <a:br/>
            <a:r>
              <a:t>Open-Meteo, GDELT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8803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Prediction Logic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Market factors +</a:t>
            </a:r>
            <a:br/>
            <a:r>
              <a:t>forecast period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Today price, future price,</a:t>
            </a:r>
            <a:br/>
            <a:r>
              <a:t>chart, CSV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468880"/>
            <a:ext cx="640080" cy="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532120" y="1554480"/>
            <a:ext cx="640080" cy="68580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2697480"/>
            <a:ext cx="640080" cy="64008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1554480"/>
            <a:ext cx="640080" cy="68580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321040" y="2697480"/>
            <a:ext cx="640080" cy="64008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Flow: User input -&gt; Backend API -&gt; Live signal collection -&gt; Prediction model -&gt; Dashboard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Live Data Signals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Market Benchmark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Yahoo Finance futures symbols such as wheat, maize, soybean, rice, cotton, coffee, cocoa.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Economic Data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World Bank inflation and GDP growth indicators for selected region.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Weather Data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Open-Meteo forecast data for temperature and rainfall.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0632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t>Risk Signal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GDELT news signal for conflict or unrest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632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Fallback System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If live quote is unavailable, the app shows a live-signal estimate instead of blank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Prediction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486400" cy="4572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t>1. Select crop, region, currency, and forecast period.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t>2. Fetch live market signals and use cached data if needed.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t>3. Calculate current market effect from climate, crop health, economy, policy, inflation, demand, fuel, risk, and supply shortage.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t>4. Today price = live benchmark/base price x current market effect.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t>5. Future price = today base plus forecast-period effect.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t>6. Build 12-month forecast using trend, risk pressure, and seasonal pattern.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41732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Formula Idea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Predicted Price = Base Price x Region Multiplier x (1 + Total Market Effect)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288036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Confidence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Confidence reduces when volatility, conflict risk, shortage, climate risk, or forecast duration increases.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434340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t>Important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This is a planning forecast, not a guaranteed market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Dashboard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Filters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Crop, country/region, currency, and forecast period.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Today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Direct quote, benchmark estimate, or live-signal estimate.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Future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Predicted price for selected month period.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1188720"/>
            <a:ext cx="2103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Confidence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Model risk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Trend Chart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12-month forecast bars.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Assumptions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Climate, crop health, economy, policy, demand, supply.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Drivers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Main factors increasing or decreasing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926080"/>
            <a:ext cx="210312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CSV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Export forecast.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Practical Demo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3949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1. Run the project: python server.py 8100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2. Open browser: http://localhost:8100/index.html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3. Select crop: Wheat or Onion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4. Select region: India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5. Select currency: INR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6. Select period: 3 or 6 months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t>7. Show today price, future price, trend chart, drivers, and CSV 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37160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What to Explain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The app does not only predict future price; it also shows today's price using direct quote or live-signal estimate.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278892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Sample 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Today price + future predicted price + 12-month forecast + confidence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420624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t>CSV File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Use Export CSV to download result for report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Advantages of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t>Simple and practical web-based interface.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t>Shows both today's price and future prediction.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t>Works for many crops and regions.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t>Uses real public signals where available instead of only fixed manual input.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t>Explains why the price changes, so the model is easier to understand.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t>CSV export makes it useful for reports and further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Limitations and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t>Limitations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- Not every crop has a public futures/market quote.</a:t>
            </a:r>
            <a:br/>
            <a:r>
              <a:t>- Exact local mandi prices need official market datasets.</a:t>
            </a:r>
            <a:br/>
            <a:r>
              <a:t>- Forecasts are estimates, not guaranteed prices.</a:t>
            </a:r>
            <a:br/>
            <a:r>
              <a:t>- Internet/API failure can force fallback assumptions.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Future Scope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- Add official mandi/APMC datasets.</a:t>
            </a:r>
            <a:br/>
            <a:r>
              <a:t>- Train ML model on historical local prices.</a:t>
            </a:r>
            <a:br/>
            <a:r>
              <a:t>- Add user login and saved watchlist.</a:t>
            </a:r>
            <a:br/>
            <a:r>
              <a:t>- Add maps and price alerts.</a:t>
            </a:r>
            <a:br/>
            <a:r>
              <a:t>- Deploy online with database and scheduled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9966960" cy="2377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AgriPredict helps users check today's crop price and estimate future price movement.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The system combines live signals, market assumptions, prediction logic, and a clean dashboard.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It is useful as a practical academic project and can be improved into a production agri-market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25780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2C765B"/>
          </a:solidFill>
          <a:ln>
            <a:solidFill>
              <a:srgbClr val="2C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